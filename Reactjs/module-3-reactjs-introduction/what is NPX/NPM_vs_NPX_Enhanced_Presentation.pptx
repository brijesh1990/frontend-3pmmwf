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NPM vs NPX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Diagrams, Examples &amp; Comparison 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NPM?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Node Package Manager.</a:t>
            </a:r>
          </a:p>
          <a:p>
            <a:r>
              <a:t>• Used to install &amp; manage dependencies.</a:t>
            </a:r>
          </a:p>
          <a:p>
            <a:r>
              <a:t>• Installs packages locally or globally.</a:t>
            </a:r>
          </a:p>
          <a:p>
            <a:r>
              <a:t>• Example: npm install react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NPX?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Node Package Execute.</a:t>
            </a:r>
          </a:p>
          <a:p>
            <a:r>
              <a:t>• Used to run packages without installing.</a:t>
            </a:r>
          </a:p>
          <a:p>
            <a:r>
              <a:t>• Saves space by avoiding global installs.</a:t>
            </a:r>
          </a:p>
          <a:p>
            <a:r>
              <a:t>• Example: npx create-react-app myapp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Diagram: NPM vs NPX</a:t>
            </a:r>
          </a:p>
        </p:txBody>
      </p:sp>
      <p:pic>
        <p:nvPicPr>
          <p:cNvPr id="3" name="Picture 2" descr="npm_npx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46020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NPM vs NPX:</a:t>
            </a:r>
          </a:p>
          <a:p/>
          <a:p>
            <a:r>
              <a:t>• NPM installs packages → NPX executes packages.</a:t>
            </a:r>
          </a:p>
          <a:p>
            <a:r>
              <a:t>• NPM creates node_modules → NPX avoids installation.</a:t>
            </a:r>
          </a:p>
          <a:p>
            <a:r>
              <a:t>• NPM commonly used for dependencies → NPX used for CLI tools.</a:t>
            </a:r>
          </a:p>
          <a:p>
            <a:r>
              <a:t>• NPM requires install before use → NPX runs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NPM when:</a:t>
            </a:r>
          </a:p>
          <a:p>
            <a:r>
              <a:t>• Installing libraries (React, Express)</a:t>
            </a:r>
          </a:p>
          <a:p>
            <a:r>
              <a:t>• Managing project dependencies</a:t>
            </a:r>
          </a:p>
          <a:p/>
          <a:p>
            <a:r>
              <a:t>Use NPX when:</a:t>
            </a:r>
          </a:p>
          <a:p>
            <a:r>
              <a:t>• Running one-time commands</a:t>
            </a:r>
          </a:p>
          <a:p>
            <a:r>
              <a:t>• Project scaffolding (create-react-app)</a:t>
            </a:r>
          </a:p>
          <a:p>
            <a:r>
              <a:t>• Running tools without installing globally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NPM Examples:</a:t>
            </a:r>
          </a:p>
          <a:p>
            <a:r>
              <a:t>• npm install axios</a:t>
            </a:r>
          </a:p>
          <a:p>
            <a:r>
              <a:t>• npm update</a:t>
            </a:r>
          </a:p>
          <a:p/>
          <a:p>
            <a:r>
              <a:t>NPX Examples:</a:t>
            </a:r>
          </a:p>
          <a:p>
            <a:r>
              <a:t>• npx create-react-app demo</a:t>
            </a:r>
          </a:p>
          <a:p>
            <a:r>
              <a:t>• npx tailwindcss init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NPM installs packages.</a:t>
            </a:r>
          </a:p>
          <a:p>
            <a:r>
              <a:t>• NPX executes packages.</a:t>
            </a:r>
          </a:p>
          <a:p>
            <a:r>
              <a:t>• NPX helps avoid unnecessary global installations.</a:t>
            </a:r>
          </a:p>
          <a:p>
            <a:r>
              <a:t>• Both are important tools for modern JavaScript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