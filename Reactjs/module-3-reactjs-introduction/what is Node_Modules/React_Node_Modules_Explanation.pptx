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node_modules in React JS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clear explanation for beginners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node_modules?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node_modules is a folder automatically created when you run `npm install`.</a:t>
            </a:r>
          </a:p>
          <a:p>
            <a:r>
              <a:t>• It stores all the libraries and dependencies required by your React project.</a:t>
            </a:r>
          </a:p>
          <a:p>
            <a:r>
              <a:t>• These packages are downloaded from the npm registry.</a:t>
            </a:r>
          </a:p>
          <a:p>
            <a:r>
              <a:t>• The folder is managed automatically by Node Package Manager (NPM).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node_modules so Large?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Each package can have its own dependencies.</a:t>
            </a:r>
          </a:p>
          <a:p>
            <a:r>
              <a:t>• Many nested dependencies lead to thousands of files.</a:t>
            </a:r>
          </a:p>
          <a:p>
            <a:r>
              <a:t>• React apps rely on multiple tools like Webpack, Babel, ESLint, etc.</a:t>
            </a:r>
          </a:p>
          <a:p>
            <a:r>
              <a:t>• All these tools come with their own sub-dependencies.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node_modules Contains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 libraries installed using npm.</a:t>
            </a:r>
          </a:p>
          <a:p>
            <a:r>
              <a:t>• Sub-dependencies for each installed library.</a:t>
            </a:r>
          </a:p>
          <a:p>
            <a:r>
              <a:t>• Build tools and utilities.</a:t>
            </a:r>
          </a:p>
          <a:p>
            <a:r>
              <a:t>• Scripts and configuration files required internally by packages.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Should You Edit node_modules?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— You should never edit files inside node_modules.</a:t>
            </a:r>
          </a:p>
          <a:p>
            <a:r>
              <a:t>• They are auto-generated and can be removed &amp; recreated anytime.</a:t>
            </a:r>
          </a:p>
          <a:p>
            <a:r>
              <a:t>• Editing them may break your project.</a:t>
            </a:r>
          </a:p>
          <a:p>
            <a:r>
              <a:t>• Instead, override configurations in your project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Should You Upload node_modules to GitHub?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No, node_modules should be ignored using .gitignore.</a:t>
            </a:r>
          </a:p>
          <a:p>
            <a:r>
              <a:t>• The folder is too large and not needed in the repository.</a:t>
            </a:r>
          </a:p>
          <a:p>
            <a:r>
              <a:t>• Developers only need package.json and package-lock.json.</a:t>
            </a:r>
          </a:p>
          <a:p>
            <a:r>
              <a:t>• Running `npm install` will recreate node_modules.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node_modules contains all dependencies for a React project.</a:t>
            </a:r>
          </a:p>
          <a:p>
            <a:r>
              <a:t>• It is created automatically by NPM.</a:t>
            </a:r>
          </a:p>
          <a:p>
            <a:r>
              <a:t>• It grows large due to nested dependencies.</a:t>
            </a:r>
          </a:p>
          <a:p>
            <a:r>
              <a:t>• Never edit or upload it — always regenerate using `npm install`.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