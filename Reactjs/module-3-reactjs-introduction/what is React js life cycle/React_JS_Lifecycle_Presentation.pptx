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 JS Lifecycle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Diagram 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Component Lifecycle Diagram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632710" y="1654175"/>
            <a:ext cx="3077845" cy="3192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Phases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**Mounting** – The component is created and inserted into the DOM.</a:t>
            </a:r>
          </a:p>
          <a:p>
            <a:r>
              <a:t>2. **Updating** – Component re-renders when props or state change.</a:t>
            </a:r>
          </a:p>
          <a:p>
            <a:r>
              <a:t>3. **Unmounting** – The component is removed from the DOM.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WPS Presentation</Application>
  <PresentationFormat>On-screen Show (4:3)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React JS Lifecycle</vt:lpstr>
      <vt:lpstr>React Component Lifecycle Diagram</vt:lpstr>
      <vt:lpstr>Lifecycle Phases Explanation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Brijesh Pandey</cp:lastModifiedBy>
  <cp:revision>2</cp:revision>
  <dcterms:created xsi:type="dcterms:W3CDTF">2013-01-27T09:14:00Z</dcterms:created>
  <dcterms:modified xsi:type="dcterms:W3CDTF">2025-12-01T10:33:13Z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FA68421787664C32BA8FFD3B0DD4FA40_12</vt:lpwstr>
  </property>
  <property fmtid="{D5CDD505-2E9C-101B-9397-08002B2CF9AE}" pid="3" name="KSOProductBuildVer">
    <vt:lpwstr>1033-12.2.0.23155</vt:lpwstr>
  </property>
</Properties>
</file>