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What is a Module in React JS?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Simple Explanation for Beginners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 module in React JS is a reusable block of code.</a:t>
            </a:r>
          </a:p>
          <a:p>
            <a:r>
              <a:t>• Modules allow you to split your code into smaller pieces.</a:t>
            </a:r>
          </a:p>
          <a:p>
            <a:r>
              <a:t>• Helps in organizing and managing large applications.</a:t>
            </a:r>
          </a:p>
          <a:p>
            <a:r>
              <a:t>• Can contain functions, components, variables, or classes.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Modules Are Important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Makes code easy to maintain.</a:t>
            </a:r>
          </a:p>
          <a:p>
            <a:r>
              <a:t>• Promotes reusability.</a:t>
            </a:r>
          </a:p>
          <a:p>
            <a:r>
              <a:t>• Helps avoid duplicate code.</a:t>
            </a:r>
          </a:p>
          <a:p>
            <a:r>
              <a:t>• Improves project structure and readability.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Modules Work in React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React uses ES6 module system.</a:t>
            </a:r>
          </a:p>
          <a:p>
            <a:r>
              <a:t>• Use `export` to send code from a file.</a:t>
            </a:r>
          </a:p>
          <a:p>
            <a:r>
              <a:t>• Use `import` to use code from another file.</a:t>
            </a:r>
          </a:p>
          <a:p>
            <a:r>
              <a:t>• Example:</a:t>
            </a:r>
          </a:p>
          <a:p>
            <a:r>
              <a:t>  export default MyComponent;</a:t>
            </a:r>
          </a:p>
          <a:p>
            <a:r>
              <a:t>  import MyComponent from './MyComponent';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Modules in React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Component Modules</a:t>
            </a:r>
          </a:p>
          <a:p>
            <a:r>
              <a:t>2. Utility or Helper Modules</a:t>
            </a:r>
          </a:p>
          <a:p>
            <a:r>
              <a:t>3. CSS Modules</a:t>
            </a:r>
          </a:p>
          <a:p>
            <a:r>
              <a:t>4. Service or API Modules</a:t>
            </a:r>
          </a:p>
          <a:p>
            <a:r>
              <a:t>5. Constant Modules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 Example of a React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MyButton.js:</a:t>
            </a:r>
          </a:p>
          <a:p>
            <a:r>
              <a:t>  export default function MyButton() {</a:t>
            </a:r>
          </a:p>
          <a:p>
            <a:r>
              <a:t>    return &lt;button&gt;Click Me&lt;/button&gt;;</a:t>
            </a:r>
          </a:p>
          <a:p>
            <a:r>
              <a:t>  }</a:t>
            </a:r>
          </a:p>
          <a:p/>
          <a:p>
            <a:r>
              <a:t>App.js:</a:t>
            </a:r>
          </a:p>
          <a:p>
            <a:r>
              <a:t>  import MyButton from './MyButton';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Modules help organize code.</a:t>
            </a:r>
          </a:p>
          <a:p>
            <a:r>
              <a:t>• React uses ES6 import/export.</a:t>
            </a:r>
          </a:p>
          <a:p>
            <a:r>
              <a:t>• Improve reusability and structure.</a:t>
            </a:r>
          </a:p>
          <a:p>
            <a:r>
              <a:t>• Essential for scalable React applications.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