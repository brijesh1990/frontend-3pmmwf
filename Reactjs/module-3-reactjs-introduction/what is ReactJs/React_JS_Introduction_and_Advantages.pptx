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 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and Advantages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React 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JS is a JavaScript library for building user interfaces</a:t>
            </a:r>
            <a:r>
              <a:rPr lang="en-US"/>
              <a:t>(UI)</a:t>
            </a:r>
            <a:r>
              <a:t>.</a:t>
            </a:r>
          </a:p>
          <a:p>
            <a:r>
              <a:t>• Developed and maintained by Facebook</a:t>
            </a:r>
            <a:r>
              <a:rPr lang="en-US"/>
              <a:t> engineer</a:t>
            </a:r>
            <a:r>
              <a:t>.</a:t>
            </a:r>
          </a:p>
          <a:p>
            <a:r>
              <a:t>• Used to build fast, interactive, and component-based web applications</a:t>
            </a:r>
            <a:r>
              <a:rPr lang="en-US"/>
              <a:t> and components are re-usables</a:t>
            </a:r>
            <a:r>
              <a:t>.</a:t>
            </a:r>
          </a:p>
          <a:p>
            <a:r>
              <a:t>• Follows a declarative programming approach.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React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Component-Based Architecture</a:t>
            </a:r>
          </a:p>
          <a:p>
            <a:r>
              <a:t> Virtual DOM for faster UI updates</a:t>
            </a:r>
          </a:p>
          <a:p>
            <a:pPr marL="0" indent="0">
              <a:buNone/>
            </a:pPr>
            <a:r>
              <a:rPr lang="en-US"/>
              <a:t>     ex: document.getElementById()</a:t>
            </a:r>
          </a:p>
          <a:p>
            <a:r>
              <a:t> Reusable UI components</a:t>
            </a:r>
          </a:p>
          <a:p>
            <a:r>
              <a:t> One-way data flow</a:t>
            </a:r>
          </a:p>
          <a:p>
            <a:r>
              <a:rPr lang="en-US"/>
              <a:t> </a:t>
            </a:r>
            <a:r>
              <a:t>JSX for writing HTML in JavaScript</a:t>
            </a:r>
          </a:p>
          <a:p>
            <a:r>
              <a:rPr lang="en-US"/>
              <a:t> JSX stands for javascript xml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React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performance due to Virtual DOM</a:t>
            </a:r>
          </a:p>
          <a:p>
            <a:r>
              <a:t>• Easy to learn and use</a:t>
            </a:r>
          </a:p>
          <a:p>
            <a:r>
              <a:t>• Strong community and ecosystem</a:t>
            </a:r>
          </a:p>
          <a:p>
            <a:r>
              <a:t>• Supports building large-scale applications</a:t>
            </a:r>
          </a:p>
          <a:p>
            <a:r>
              <a:t>• SEO-friendly</a:t>
            </a:r>
          </a:p>
          <a:p>
            <a:r>
              <a:t>• Reusable components reduce development time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React is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Page Applications (SPA)</a:t>
            </a:r>
          </a:p>
          <a:p>
            <a:r>
              <a:t>• Dashboards and Admin Panels</a:t>
            </a:r>
          </a:p>
          <a:p>
            <a:r>
              <a:t>• E-commerce Applications</a:t>
            </a:r>
          </a:p>
          <a:p>
            <a:r>
              <a:t>• Social Media Applications</a:t>
            </a:r>
          </a:p>
          <a:p>
            <a:r>
              <a:t>• Mobile apps using React Native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WPS Presentation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React JS</vt:lpstr>
      <vt:lpstr>What is React JS?</vt:lpstr>
      <vt:lpstr>Key Features of React JS</vt:lpstr>
      <vt:lpstr>Advantages of React JS</vt:lpstr>
      <vt:lpstr>Where React is Used?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Brijesh Pandey</cp:lastModifiedBy>
  <cp:revision>3</cp:revision>
  <dcterms:created xsi:type="dcterms:W3CDTF">2013-01-27T09:14:00Z</dcterms:created>
  <dcterms:modified xsi:type="dcterms:W3CDTF">2025-12-01T10:33:36Z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DED3AED3F8E543A299F7A83F7F4D0F9D_12</vt:lpwstr>
  </property>
  <property fmtid="{D5CDD505-2E9C-101B-9397-08002B2CF9AE}" pid="3" name="KSOProductBuildVer">
    <vt:lpwstr>1033-12.2.0.23155</vt:lpwstr>
  </property>
</Properties>
</file>